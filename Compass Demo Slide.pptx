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6400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Compass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curriculum alignment for higher education faculty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82880" y="1051560"/>
            <a:ext cx="265176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82880" y="1051560"/>
            <a:ext cx="64008" cy="333756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8328" y="1161288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47472" y="1508760"/>
            <a:ext cx="301752" cy="301752"/>
          </a:xfrm>
          <a:prstGeom prst="ellipse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" y="1508760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1527048"/>
            <a:ext cx="1984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submits syllabus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98348" y="1810512"/>
            <a:ext cx="0" cy="219456"/>
          </a:xfrm>
          <a:prstGeom prst="line">
            <a:avLst/>
          </a:prstGeom>
          <a:noFill/>
          <a:ln w="12700">
            <a:solidFill>
              <a:srgbClr val="CBD5E1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347472" y="2029968"/>
            <a:ext cx="301752" cy="30175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7472" y="2029968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1520" y="2048256"/>
            <a:ext cx="1984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Claude agents analyze in parallel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98348" y="2331720"/>
            <a:ext cx="0" cy="219456"/>
          </a:xfrm>
          <a:prstGeom prst="line">
            <a:avLst/>
          </a:prstGeom>
          <a:noFill/>
          <a:ln w="12700">
            <a:solidFill>
              <a:srgbClr val="CBD5E1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347472" y="2551176"/>
            <a:ext cx="301752" cy="30175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" y="2551176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31520" y="2569464"/>
            <a:ext cx="1984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Agent ranks findings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98348" y="2852928"/>
            <a:ext cx="0" cy="219456"/>
          </a:xfrm>
          <a:prstGeom prst="line">
            <a:avLst/>
          </a:prstGeom>
          <a:noFill/>
          <a:ln w="12700">
            <a:solidFill>
              <a:srgbClr val="CBD5E1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347472" y="3072384"/>
            <a:ext cx="301752" cy="30175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7472" y="3072384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31520" y="3090672"/>
            <a:ext cx="1984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recs → get revision steps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98348" y="3374136"/>
            <a:ext cx="0" cy="219456"/>
          </a:xfrm>
          <a:prstGeom prst="line">
            <a:avLst/>
          </a:prstGeom>
          <a:noFill/>
          <a:ln w="12700">
            <a:solidFill>
              <a:srgbClr val="CBD5E1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347472" y="3593592"/>
            <a:ext cx="301752" cy="301752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7472" y="3593592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31520" y="3611880"/>
            <a:ext cx="1984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targeted edits to .docx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3108960" y="1051560"/>
            <a:ext cx="278892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108960" y="1051560"/>
            <a:ext cx="64008" cy="333756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64408" y="116128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SPECIALIZED AGENTS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264408" y="1508760"/>
            <a:ext cx="2560320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Transparency — peer benchmarking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Labor Market — job demand signals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Competencies — live CTDL alignment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🏛️  University Strategy — institutional goals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Assessment — AI-proof evaluation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Policy — compliance check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264408" y="3502152"/>
            <a:ext cx="2560320" cy="384048"/>
          </a:xfrm>
          <a:prstGeom prst="rect">
            <a:avLst/>
          </a:prstGeom>
          <a:solidFill>
            <a:srgbClr val="EDE9FE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310128" y="352044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Powered by Claude Haiku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6 agents · graceful keyword fallback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264408" y="3886200"/>
            <a:ext cx="2560320" cy="38404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310128" y="390448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  Live data: Credential Registry (CTDL)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Fetched at startup · citations link to source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172200" y="1051560"/>
            <a:ext cx="278892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172200" y="1051560"/>
            <a:ext cx="64008" cy="333756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327648" y="116128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OUTPUT — ALGORITHMS COURSE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327648" y="1490472"/>
            <a:ext cx="2560320" cy="402336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373368" y="1581912"/>
            <a:ext cx="420624" cy="2011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373368" y="1581912"/>
            <a:ext cx="420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6858000" y="1536192"/>
            <a:ext cx="1947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Graph Algorithms module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327648" y="1965960"/>
            <a:ext cx="2560320" cy="402336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373368" y="2057400"/>
            <a:ext cx="420624" cy="2011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73368" y="2057400"/>
            <a:ext cx="420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6858000" y="2011680"/>
            <a:ext cx="1947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AI use policy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6327648" y="2441448"/>
            <a:ext cx="2560320" cy="402336"/>
          </a:xfrm>
          <a:prstGeom prst="rect">
            <a:avLst/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373368" y="2532888"/>
            <a:ext cx="420624" cy="2011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373368" y="2532888"/>
            <a:ext cx="420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6858000" y="2487168"/>
            <a:ext cx="1947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Whiteboard coding defense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6327648" y="2916936"/>
            <a:ext cx="2560320" cy="402336"/>
          </a:xfrm>
          <a:prstGeom prst="rect">
            <a:avLst/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373368" y="3008376"/>
            <a:ext cx="420624" cy="2011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373368" y="3008376"/>
            <a:ext cx="420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6858000" y="2962656"/>
            <a:ext cx="1947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algorithms unit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6327648" y="3392424"/>
            <a:ext cx="2560320" cy="402336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373368" y="3483864"/>
            <a:ext cx="420624" cy="20116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373368" y="3483864"/>
            <a:ext cx="420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6858000" y="3438144"/>
            <a:ext cx="1947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programming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6327648" y="3886200"/>
            <a:ext cx="2560320" cy="384048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373368" y="390448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⬇  Select improvements → export to .docx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edits in Word or Google Docs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0" y="4503420"/>
            <a:ext cx="9144000" cy="64008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274320" y="4507992"/>
            <a:ext cx="8595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Compass  │  Pilot: CS Algorithms  │  Data: Credential Registry (CTDL)  │  Stack: FastAPI · React · Claude Haiku  │  Wharton/Gates Build-a-thon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Compass</dc:title>
  <dc:subject>PptxGenJS Presentation</dc:subject>
  <dc:creator>PptxGenJS</dc:creator>
  <cp:lastModifiedBy>PptxGenJS</cp:lastModifiedBy>
  <cp:revision>1</cp:revision>
  <dcterms:created xsi:type="dcterms:W3CDTF">2026-05-19T20:00:37Z</dcterms:created>
  <dcterms:modified xsi:type="dcterms:W3CDTF">2026-05-19T20:00:37Z</dcterms:modified>
</cp:coreProperties>
</file>
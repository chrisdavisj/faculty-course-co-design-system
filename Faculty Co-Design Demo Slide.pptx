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Course Co-Design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curriculum alignment for higher education faculty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2880" y="1051560"/>
            <a:ext cx="265176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51560"/>
            <a:ext cx="64008" cy="33375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1612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7472" y="1581912"/>
            <a:ext cx="301752" cy="3017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5819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uploads syllabus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" y="1883664"/>
            <a:ext cx="0" cy="35661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472" y="2240280"/>
            <a:ext cx="301752" cy="3017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4028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5856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AI agents analyze in parallel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8348" y="2542032"/>
            <a:ext cx="0" cy="35661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47472" y="2898648"/>
            <a:ext cx="301752" cy="3017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289864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291693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Agent prioritizes findings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8348" y="3200400"/>
            <a:ext cx="0" cy="35661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47472" y="3557016"/>
            <a:ext cx="301752" cy="30175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557016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575304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reviews inline suggestions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108960" y="10515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108960" y="1051560"/>
            <a:ext cx="64008" cy="33375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4408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SPECIALIZED AGENTS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64408" y="1527048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Transparency — peer benchmarking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Labor Market — job demand signals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Competencies — ACM/credential alignment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University Strategy — institutional goals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Assessment — AI-proof evaluation design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Policy — compliance check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72200" y="10515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1051560"/>
            <a:ext cx="64008" cy="33375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 — ALGORITHMS COURSE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27648" y="1527048"/>
            <a:ext cx="2560320" cy="4572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73368" y="1618488"/>
            <a:ext cx="420624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73368" y="16184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58000" y="158191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Graph Algorithms module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27648" y="2084832"/>
            <a:ext cx="2560320" cy="4572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73368" y="2176272"/>
            <a:ext cx="420624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368" y="217627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58000" y="21396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AI use policy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27648" y="2642616"/>
            <a:ext cx="2560320" cy="4572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73368" y="2734056"/>
            <a:ext cx="420624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73368" y="2734056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0" y="26974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 coding defense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327648" y="3200400"/>
            <a:ext cx="2560320" cy="4572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73368" y="3291840"/>
            <a:ext cx="420624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73368" y="3291840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858000" y="325526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algorithms unit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327648" y="3758184"/>
            <a:ext cx="2560320" cy="4572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73368" y="3849624"/>
            <a:ext cx="420624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38496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858000" y="381304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programming project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507992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Pilot: CS Algorithms course  │  Stack: FastAPI + React + Claude API  │  Build-a-thon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Faculty Course Co-Design System</dc:title>
  <dc:subject>PptxGenJS Presentation</dc:subject>
  <dc:creator>PptxGenJS</dc:creator>
  <cp:lastModifiedBy>PptxGenJS</cp:lastModifiedBy>
  <cp:revision>1</cp:revision>
  <dcterms:created xsi:type="dcterms:W3CDTF">2026-05-19T17:50:42Z</dcterms:created>
  <dcterms:modified xsi:type="dcterms:W3CDTF">2026-05-19T17:50:42Z</dcterms:modified>
</cp:coreProperties>
</file>
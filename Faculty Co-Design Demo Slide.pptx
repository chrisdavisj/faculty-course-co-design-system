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Course Co-Design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curriculum alignment for higher education faculty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64008" cy="3337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61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508760"/>
            <a:ext cx="301752" cy="3017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0876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52704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submits syllabus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8348" y="1810512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7472" y="2029968"/>
            <a:ext cx="301752" cy="3017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048256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Claude agents analyze in parallel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" y="2331720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47472" y="2551176"/>
            <a:ext cx="301752" cy="3017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5117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569464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Agent ranks findings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8348" y="2852928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47472" y="3072384"/>
            <a:ext cx="301752" cy="3017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07238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090672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recs → get revision steps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8348" y="3374136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47472" y="3593592"/>
            <a:ext cx="301752" cy="30175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59359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targeted edits to .docx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108960" y="105156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08960" y="1051560"/>
            <a:ext cx="64008" cy="3337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SPECIALIZED AGENTS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64408" y="1508760"/>
            <a:ext cx="25603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Transparency — peer benchmarking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Labor Market — job demand signals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Competencies — live CTDL alignment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University Strategy — institutional goals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Assessment — AI-proof evaluation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Policy — compliance check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64408" y="3502152"/>
            <a:ext cx="256032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Powered by Claude Haiku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agents · graceful keyword fallback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64408" y="3886200"/>
            <a:ext cx="25603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904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Live data: Credential Registry (CTDL)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at startup · citations link to source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105156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051560"/>
            <a:ext cx="64008" cy="3337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ALGORITHMS COURSE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7648" y="1490472"/>
            <a:ext cx="25603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1581912"/>
            <a:ext cx="42062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1581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153619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Graph Algorithms module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27648" y="1965960"/>
            <a:ext cx="25603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3368" y="2057400"/>
            <a:ext cx="42062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20574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201168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 use policy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27648" y="2441448"/>
            <a:ext cx="2560320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73368" y="2532888"/>
            <a:ext cx="42062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53288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0" y="2487168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coding defense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27648" y="2916936"/>
            <a:ext cx="2560320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73368" y="3008376"/>
            <a:ext cx="42062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300837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58000" y="2962656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algorithms unit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27648" y="3392424"/>
            <a:ext cx="25603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73368" y="3483864"/>
            <a:ext cx="42062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348386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58000" y="3438144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27648" y="3886200"/>
            <a:ext cx="256032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3368" y="3904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Select improvements → export to .docx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edits in Word or Google Docs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507992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CS Algorithms  │  Data: Credential Registry (CTDL)  │  Stack: FastAPI · React · Claude Haiku  │  Wharton/Gates Build-a-thon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Course Co-Design System</dc:title>
  <dc:subject>PptxGenJS Presentation</dc:subject>
  <dc:creator>PptxGenJS</dc:creator>
  <cp:lastModifiedBy>PptxGenJS</cp:lastModifiedBy>
  <cp:revision>1</cp:revision>
  <dcterms:created xsi:type="dcterms:W3CDTF">2026-05-19T19:56:36Z</dcterms:created>
  <dcterms:modified xsi:type="dcterms:W3CDTF">2026-05-19T19:56:36Z</dcterms:modified>
</cp:coreProperties>
</file>